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99" autoAdjust="0"/>
    <p:restoredTop sz="94660"/>
  </p:normalViewPr>
  <p:slideViewPr>
    <p:cSldViewPr snapToGrid="0">
      <p:cViewPr varScale="1">
        <p:scale>
          <a:sx n="96" d="100"/>
          <a:sy n="96" d="100"/>
        </p:scale>
        <p:origin x="294" y="5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5D95E-3B56-C06F-FB3A-9A85961FA63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C29E4EE-3E9E-09C6-D323-6E3BA512345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9755A20-221E-C052-E078-7398FC0B623F}"/>
              </a:ext>
            </a:extLst>
          </p:cNvPr>
          <p:cNvSpPr>
            <a:spLocks noGrp="1"/>
          </p:cNvSpPr>
          <p:nvPr>
            <p:ph type="dt" sz="half" idx="10"/>
          </p:nvPr>
        </p:nvSpPr>
        <p:spPr/>
        <p:txBody>
          <a:bodyPr/>
          <a:lstStyle/>
          <a:p>
            <a:fld id="{3591DB0B-417E-435D-AD03-BCA86E5B9E24}" type="datetimeFigureOut">
              <a:rPr lang="en-IN" smtClean="0"/>
              <a:t>04-11-2025</a:t>
            </a:fld>
            <a:endParaRPr lang="en-IN"/>
          </a:p>
        </p:txBody>
      </p:sp>
      <p:sp>
        <p:nvSpPr>
          <p:cNvPr id="5" name="Footer Placeholder 4">
            <a:extLst>
              <a:ext uri="{FF2B5EF4-FFF2-40B4-BE49-F238E27FC236}">
                <a16:creationId xmlns:a16="http://schemas.microsoft.com/office/drawing/2014/main" id="{C97334FE-0474-F2CA-A97D-252BD592E60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8AABB61-9484-D121-558E-1FEF724BECB8}"/>
              </a:ext>
            </a:extLst>
          </p:cNvPr>
          <p:cNvSpPr>
            <a:spLocks noGrp="1"/>
          </p:cNvSpPr>
          <p:nvPr>
            <p:ph type="sldNum" sz="quarter" idx="12"/>
          </p:nvPr>
        </p:nvSpPr>
        <p:spPr/>
        <p:txBody>
          <a:bodyPr/>
          <a:lstStyle/>
          <a:p>
            <a:fld id="{8FAA6FE6-7199-4B97-BA09-93E6B30E1D20}" type="slidenum">
              <a:rPr lang="en-IN" smtClean="0"/>
              <a:t>‹#›</a:t>
            </a:fld>
            <a:endParaRPr lang="en-IN"/>
          </a:p>
        </p:txBody>
      </p:sp>
    </p:spTree>
    <p:extLst>
      <p:ext uri="{BB962C8B-B14F-4D97-AF65-F5344CB8AC3E}">
        <p14:creationId xmlns:p14="http://schemas.microsoft.com/office/powerpoint/2010/main" val="14462811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812C1-EF70-85A3-E639-7D4DE7DF6C1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E8C419B-B1E7-57E6-E0D2-D141C035233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57C2501-5B67-2511-4FF3-3E7184C1D809}"/>
              </a:ext>
            </a:extLst>
          </p:cNvPr>
          <p:cNvSpPr>
            <a:spLocks noGrp="1"/>
          </p:cNvSpPr>
          <p:nvPr>
            <p:ph type="dt" sz="half" idx="10"/>
          </p:nvPr>
        </p:nvSpPr>
        <p:spPr/>
        <p:txBody>
          <a:bodyPr/>
          <a:lstStyle/>
          <a:p>
            <a:fld id="{3591DB0B-417E-435D-AD03-BCA86E5B9E24}" type="datetimeFigureOut">
              <a:rPr lang="en-IN" smtClean="0"/>
              <a:t>04-11-2025</a:t>
            </a:fld>
            <a:endParaRPr lang="en-IN"/>
          </a:p>
        </p:txBody>
      </p:sp>
      <p:sp>
        <p:nvSpPr>
          <p:cNvPr id="5" name="Footer Placeholder 4">
            <a:extLst>
              <a:ext uri="{FF2B5EF4-FFF2-40B4-BE49-F238E27FC236}">
                <a16:creationId xmlns:a16="http://schemas.microsoft.com/office/drawing/2014/main" id="{DFADA462-24D8-04DA-18A3-AA3CC60AEFE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420E4BA-276A-876B-C55D-17518A96F91F}"/>
              </a:ext>
            </a:extLst>
          </p:cNvPr>
          <p:cNvSpPr>
            <a:spLocks noGrp="1"/>
          </p:cNvSpPr>
          <p:nvPr>
            <p:ph type="sldNum" sz="quarter" idx="12"/>
          </p:nvPr>
        </p:nvSpPr>
        <p:spPr/>
        <p:txBody>
          <a:bodyPr/>
          <a:lstStyle/>
          <a:p>
            <a:fld id="{8FAA6FE6-7199-4B97-BA09-93E6B30E1D20}" type="slidenum">
              <a:rPr lang="en-IN" smtClean="0"/>
              <a:t>‹#›</a:t>
            </a:fld>
            <a:endParaRPr lang="en-IN"/>
          </a:p>
        </p:txBody>
      </p:sp>
    </p:spTree>
    <p:extLst>
      <p:ext uri="{BB962C8B-B14F-4D97-AF65-F5344CB8AC3E}">
        <p14:creationId xmlns:p14="http://schemas.microsoft.com/office/powerpoint/2010/main" val="7642330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68A36-A744-456B-74E4-9E84B540B58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F454794-ABED-C053-D99F-FB545F82E20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A891245-97CE-5DC4-A550-165D87587B8E}"/>
              </a:ext>
            </a:extLst>
          </p:cNvPr>
          <p:cNvSpPr>
            <a:spLocks noGrp="1"/>
          </p:cNvSpPr>
          <p:nvPr>
            <p:ph type="dt" sz="half" idx="10"/>
          </p:nvPr>
        </p:nvSpPr>
        <p:spPr/>
        <p:txBody>
          <a:bodyPr/>
          <a:lstStyle/>
          <a:p>
            <a:fld id="{3591DB0B-417E-435D-AD03-BCA86E5B9E24}" type="datetimeFigureOut">
              <a:rPr lang="en-IN" smtClean="0"/>
              <a:t>04-11-2025</a:t>
            </a:fld>
            <a:endParaRPr lang="en-IN"/>
          </a:p>
        </p:txBody>
      </p:sp>
      <p:sp>
        <p:nvSpPr>
          <p:cNvPr id="5" name="Footer Placeholder 4">
            <a:extLst>
              <a:ext uri="{FF2B5EF4-FFF2-40B4-BE49-F238E27FC236}">
                <a16:creationId xmlns:a16="http://schemas.microsoft.com/office/drawing/2014/main" id="{83C7C47E-0957-94B9-0690-B92927AD933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2E776E0-D17E-7C90-F879-C1CB15B81736}"/>
              </a:ext>
            </a:extLst>
          </p:cNvPr>
          <p:cNvSpPr>
            <a:spLocks noGrp="1"/>
          </p:cNvSpPr>
          <p:nvPr>
            <p:ph type="sldNum" sz="quarter" idx="12"/>
          </p:nvPr>
        </p:nvSpPr>
        <p:spPr/>
        <p:txBody>
          <a:bodyPr/>
          <a:lstStyle/>
          <a:p>
            <a:fld id="{8FAA6FE6-7199-4B97-BA09-93E6B30E1D20}" type="slidenum">
              <a:rPr lang="en-IN" smtClean="0"/>
              <a:t>‹#›</a:t>
            </a:fld>
            <a:endParaRPr lang="en-IN"/>
          </a:p>
        </p:txBody>
      </p:sp>
    </p:spTree>
    <p:extLst>
      <p:ext uri="{BB962C8B-B14F-4D97-AF65-F5344CB8AC3E}">
        <p14:creationId xmlns:p14="http://schemas.microsoft.com/office/powerpoint/2010/main" val="14027324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2B6BB-FAEA-6CAF-4AC6-C6107EB409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E53FFF6-9B98-D9FB-0239-3F02109AA6B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C810A1A-94F6-B30B-1137-3EAB12254AA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2BE5C85-6A66-E076-F01E-896EA1AD867B}"/>
              </a:ext>
            </a:extLst>
          </p:cNvPr>
          <p:cNvSpPr>
            <a:spLocks noGrp="1"/>
          </p:cNvSpPr>
          <p:nvPr>
            <p:ph type="dt" sz="half" idx="10"/>
          </p:nvPr>
        </p:nvSpPr>
        <p:spPr/>
        <p:txBody>
          <a:bodyPr/>
          <a:lstStyle/>
          <a:p>
            <a:fld id="{3591DB0B-417E-435D-AD03-BCA86E5B9E24}" type="datetimeFigureOut">
              <a:rPr lang="en-IN" smtClean="0"/>
              <a:t>04-11-2025</a:t>
            </a:fld>
            <a:endParaRPr lang="en-IN"/>
          </a:p>
        </p:txBody>
      </p:sp>
      <p:sp>
        <p:nvSpPr>
          <p:cNvPr id="6" name="Footer Placeholder 5">
            <a:extLst>
              <a:ext uri="{FF2B5EF4-FFF2-40B4-BE49-F238E27FC236}">
                <a16:creationId xmlns:a16="http://schemas.microsoft.com/office/drawing/2014/main" id="{FD009090-1E45-9F97-6BBB-B220D7E3D81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996FB7F-908D-167F-EC79-337ADF14D9EE}"/>
              </a:ext>
            </a:extLst>
          </p:cNvPr>
          <p:cNvSpPr>
            <a:spLocks noGrp="1"/>
          </p:cNvSpPr>
          <p:nvPr>
            <p:ph type="sldNum" sz="quarter" idx="12"/>
          </p:nvPr>
        </p:nvSpPr>
        <p:spPr/>
        <p:txBody>
          <a:bodyPr/>
          <a:lstStyle/>
          <a:p>
            <a:fld id="{8FAA6FE6-7199-4B97-BA09-93E6B30E1D20}" type="slidenum">
              <a:rPr lang="en-IN" smtClean="0"/>
              <a:t>‹#›</a:t>
            </a:fld>
            <a:endParaRPr lang="en-IN"/>
          </a:p>
        </p:txBody>
      </p:sp>
    </p:spTree>
    <p:extLst>
      <p:ext uri="{BB962C8B-B14F-4D97-AF65-F5344CB8AC3E}">
        <p14:creationId xmlns:p14="http://schemas.microsoft.com/office/powerpoint/2010/main" val="2656966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521F6-2136-5988-7EDC-CB07EA8C4C4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6A2415F-B592-A129-6AD6-A96F50F0FE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503E445-8EA4-05CF-C6BF-A9578C94A8B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A5038F4-D555-1590-F366-7BCFC377213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94C97BF-4317-01EE-5953-480445E3C50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2450D95-27AE-A8CF-0B73-FBCCA4EDBF40}"/>
              </a:ext>
            </a:extLst>
          </p:cNvPr>
          <p:cNvSpPr>
            <a:spLocks noGrp="1"/>
          </p:cNvSpPr>
          <p:nvPr>
            <p:ph type="dt" sz="half" idx="10"/>
          </p:nvPr>
        </p:nvSpPr>
        <p:spPr/>
        <p:txBody>
          <a:bodyPr/>
          <a:lstStyle/>
          <a:p>
            <a:fld id="{3591DB0B-417E-435D-AD03-BCA86E5B9E24}" type="datetimeFigureOut">
              <a:rPr lang="en-IN" smtClean="0"/>
              <a:t>04-11-2025</a:t>
            </a:fld>
            <a:endParaRPr lang="en-IN"/>
          </a:p>
        </p:txBody>
      </p:sp>
      <p:sp>
        <p:nvSpPr>
          <p:cNvPr id="8" name="Footer Placeholder 7">
            <a:extLst>
              <a:ext uri="{FF2B5EF4-FFF2-40B4-BE49-F238E27FC236}">
                <a16:creationId xmlns:a16="http://schemas.microsoft.com/office/drawing/2014/main" id="{42555270-A078-0363-E0E9-A78E1842F38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1DC2C9C-83D7-5DDC-5B75-87D936A6CB73}"/>
              </a:ext>
            </a:extLst>
          </p:cNvPr>
          <p:cNvSpPr>
            <a:spLocks noGrp="1"/>
          </p:cNvSpPr>
          <p:nvPr>
            <p:ph type="sldNum" sz="quarter" idx="12"/>
          </p:nvPr>
        </p:nvSpPr>
        <p:spPr/>
        <p:txBody>
          <a:bodyPr/>
          <a:lstStyle/>
          <a:p>
            <a:fld id="{8FAA6FE6-7199-4B97-BA09-93E6B30E1D20}" type="slidenum">
              <a:rPr lang="en-IN" smtClean="0"/>
              <a:t>‹#›</a:t>
            </a:fld>
            <a:endParaRPr lang="en-IN"/>
          </a:p>
        </p:txBody>
      </p:sp>
    </p:spTree>
    <p:extLst>
      <p:ext uri="{BB962C8B-B14F-4D97-AF65-F5344CB8AC3E}">
        <p14:creationId xmlns:p14="http://schemas.microsoft.com/office/powerpoint/2010/main" val="3655729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68506-E70F-7628-16E0-8B16B47C9CF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DFE92E5-2FCA-8DB8-4692-3139FDF5501E}"/>
              </a:ext>
            </a:extLst>
          </p:cNvPr>
          <p:cNvSpPr>
            <a:spLocks noGrp="1"/>
          </p:cNvSpPr>
          <p:nvPr>
            <p:ph type="dt" sz="half" idx="10"/>
          </p:nvPr>
        </p:nvSpPr>
        <p:spPr/>
        <p:txBody>
          <a:bodyPr/>
          <a:lstStyle/>
          <a:p>
            <a:fld id="{3591DB0B-417E-435D-AD03-BCA86E5B9E24}" type="datetimeFigureOut">
              <a:rPr lang="en-IN" smtClean="0"/>
              <a:t>04-11-2025</a:t>
            </a:fld>
            <a:endParaRPr lang="en-IN"/>
          </a:p>
        </p:txBody>
      </p:sp>
      <p:sp>
        <p:nvSpPr>
          <p:cNvPr id="4" name="Footer Placeholder 3">
            <a:extLst>
              <a:ext uri="{FF2B5EF4-FFF2-40B4-BE49-F238E27FC236}">
                <a16:creationId xmlns:a16="http://schemas.microsoft.com/office/drawing/2014/main" id="{71BCD39E-502B-2F1F-44D9-A56E0F11BB9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3754898-72F5-C861-49D4-9697B4E7EF1A}"/>
              </a:ext>
            </a:extLst>
          </p:cNvPr>
          <p:cNvSpPr>
            <a:spLocks noGrp="1"/>
          </p:cNvSpPr>
          <p:nvPr>
            <p:ph type="sldNum" sz="quarter" idx="12"/>
          </p:nvPr>
        </p:nvSpPr>
        <p:spPr/>
        <p:txBody>
          <a:bodyPr/>
          <a:lstStyle/>
          <a:p>
            <a:fld id="{8FAA6FE6-7199-4B97-BA09-93E6B30E1D20}" type="slidenum">
              <a:rPr lang="en-IN" smtClean="0"/>
              <a:t>‹#›</a:t>
            </a:fld>
            <a:endParaRPr lang="en-IN"/>
          </a:p>
        </p:txBody>
      </p:sp>
    </p:spTree>
    <p:extLst>
      <p:ext uri="{BB962C8B-B14F-4D97-AF65-F5344CB8AC3E}">
        <p14:creationId xmlns:p14="http://schemas.microsoft.com/office/powerpoint/2010/main" val="35929063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5126C1B-12DA-5FFA-C45B-BB7B9FBF546E}"/>
              </a:ext>
            </a:extLst>
          </p:cNvPr>
          <p:cNvSpPr>
            <a:spLocks noGrp="1"/>
          </p:cNvSpPr>
          <p:nvPr>
            <p:ph type="dt" sz="half" idx="10"/>
          </p:nvPr>
        </p:nvSpPr>
        <p:spPr/>
        <p:txBody>
          <a:bodyPr/>
          <a:lstStyle/>
          <a:p>
            <a:fld id="{3591DB0B-417E-435D-AD03-BCA86E5B9E24}" type="datetimeFigureOut">
              <a:rPr lang="en-IN" smtClean="0"/>
              <a:t>04-11-2025</a:t>
            </a:fld>
            <a:endParaRPr lang="en-IN"/>
          </a:p>
        </p:txBody>
      </p:sp>
      <p:sp>
        <p:nvSpPr>
          <p:cNvPr id="3" name="Footer Placeholder 2">
            <a:extLst>
              <a:ext uri="{FF2B5EF4-FFF2-40B4-BE49-F238E27FC236}">
                <a16:creationId xmlns:a16="http://schemas.microsoft.com/office/drawing/2014/main" id="{2BC47232-2F63-E532-E62B-D2976CEFC8C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C056FA6-E177-D834-36FB-4BD650D39086}"/>
              </a:ext>
            </a:extLst>
          </p:cNvPr>
          <p:cNvSpPr>
            <a:spLocks noGrp="1"/>
          </p:cNvSpPr>
          <p:nvPr>
            <p:ph type="sldNum" sz="quarter" idx="12"/>
          </p:nvPr>
        </p:nvSpPr>
        <p:spPr/>
        <p:txBody>
          <a:bodyPr/>
          <a:lstStyle/>
          <a:p>
            <a:fld id="{8FAA6FE6-7199-4B97-BA09-93E6B30E1D20}" type="slidenum">
              <a:rPr lang="en-IN" smtClean="0"/>
              <a:t>‹#›</a:t>
            </a:fld>
            <a:endParaRPr lang="en-IN"/>
          </a:p>
        </p:txBody>
      </p:sp>
    </p:spTree>
    <p:extLst>
      <p:ext uri="{BB962C8B-B14F-4D97-AF65-F5344CB8AC3E}">
        <p14:creationId xmlns:p14="http://schemas.microsoft.com/office/powerpoint/2010/main" val="4298512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20786-6277-FDC4-92DA-50B9B5D126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6AC99F7-7B26-F69F-201A-4EC79367BB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B9DAAA6-AC78-6BA6-725F-827B36E793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C0C1B9-5F4F-DF1E-EF8D-3A41A5068941}"/>
              </a:ext>
            </a:extLst>
          </p:cNvPr>
          <p:cNvSpPr>
            <a:spLocks noGrp="1"/>
          </p:cNvSpPr>
          <p:nvPr>
            <p:ph type="dt" sz="half" idx="10"/>
          </p:nvPr>
        </p:nvSpPr>
        <p:spPr/>
        <p:txBody>
          <a:bodyPr/>
          <a:lstStyle/>
          <a:p>
            <a:fld id="{3591DB0B-417E-435D-AD03-BCA86E5B9E24}" type="datetimeFigureOut">
              <a:rPr lang="en-IN" smtClean="0"/>
              <a:t>04-11-2025</a:t>
            </a:fld>
            <a:endParaRPr lang="en-IN"/>
          </a:p>
        </p:txBody>
      </p:sp>
      <p:sp>
        <p:nvSpPr>
          <p:cNvPr id="6" name="Footer Placeholder 5">
            <a:extLst>
              <a:ext uri="{FF2B5EF4-FFF2-40B4-BE49-F238E27FC236}">
                <a16:creationId xmlns:a16="http://schemas.microsoft.com/office/drawing/2014/main" id="{BD0CC572-66D5-2FE1-6C1E-641CC61361A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FA5D00B-1B2A-F5D5-4785-838075200858}"/>
              </a:ext>
            </a:extLst>
          </p:cNvPr>
          <p:cNvSpPr>
            <a:spLocks noGrp="1"/>
          </p:cNvSpPr>
          <p:nvPr>
            <p:ph type="sldNum" sz="quarter" idx="12"/>
          </p:nvPr>
        </p:nvSpPr>
        <p:spPr/>
        <p:txBody>
          <a:bodyPr/>
          <a:lstStyle/>
          <a:p>
            <a:fld id="{8FAA6FE6-7199-4B97-BA09-93E6B30E1D20}" type="slidenum">
              <a:rPr lang="en-IN" smtClean="0"/>
              <a:t>‹#›</a:t>
            </a:fld>
            <a:endParaRPr lang="en-IN"/>
          </a:p>
        </p:txBody>
      </p:sp>
    </p:spTree>
    <p:extLst>
      <p:ext uri="{BB962C8B-B14F-4D97-AF65-F5344CB8AC3E}">
        <p14:creationId xmlns:p14="http://schemas.microsoft.com/office/powerpoint/2010/main" val="11998008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D7353-8CB6-2EF9-A91F-0D04CAEFB4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E16C80B-D3BB-1079-A1A9-4FC4223FB4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FEB5731-F5A3-BEC5-A0A0-C599881AF4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0A407A-4BAA-26A3-AC7C-5A0AE9E628F3}"/>
              </a:ext>
            </a:extLst>
          </p:cNvPr>
          <p:cNvSpPr>
            <a:spLocks noGrp="1"/>
          </p:cNvSpPr>
          <p:nvPr>
            <p:ph type="dt" sz="half" idx="10"/>
          </p:nvPr>
        </p:nvSpPr>
        <p:spPr/>
        <p:txBody>
          <a:bodyPr/>
          <a:lstStyle/>
          <a:p>
            <a:fld id="{3591DB0B-417E-435D-AD03-BCA86E5B9E24}" type="datetimeFigureOut">
              <a:rPr lang="en-IN" smtClean="0"/>
              <a:t>04-11-2025</a:t>
            </a:fld>
            <a:endParaRPr lang="en-IN"/>
          </a:p>
        </p:txBody>
      </p:sp>
      <p:sp>
        <p:nvSpPr>
          <p:cNvPr id="6" name="Footer Placeholder 5">
            <a:extLst>
              <a:ext uri="{FF2B5EF4-FFF2-40B4-BE49-F238E27FC236}">
                <a16:creationId xmlns:a16="http://schemas.microsoft.com/office/drawing/2014/main" id="{05B78B9E-4C71-FCD5-25A0-EC78DD589A6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D1FB851-842E-62C1-3C40-543B37902030}"/>
              </a:ext>
            </a:extLst>
          </p:cNvPr>
          <p:cNvSpPr>
            <a:spLocks noGrp="1"/>
          </p:cNvSpPr>
          <p:nvPr>
            <p:ph type="sldNum" sz="quarter" idx="12"/>
          </p:nvPr>
        </p:nvSpPr>
        <p:spPr/>
        <p:txBody>
          <a:bodyPr/>
          <a:lstStyle/>
          <a:p>
            <a:fld id="{8FAA6FE6-7199-4B97-BA09-93E6B30E1D20}" type="slidenum">
              <a:rPr lang="en-IN" smtClean="0"/>
              <a:t>‹#›</a:t>
            </a:fld>
            <a:endParaRPr lang="en-IN"/>
          </a:p>
        </p:txBody>
      </p:sp>
    </p:spTree>
    <p:extLst>
      <p:ext uri="{BB962C8B-B14F-4D97-AF65-F5344CB8AC3E}">
        <p14:creationId xmlns:p14="http://schemas.microsoft.com/office/powerpoint/2010/main" val="32567830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4B489-8DBC-2957-35AC-875C6A1322D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437776B-9CEC-AA10-CEA3-D1E5D38C7D2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5090934-102F-059B-47D1-C6910AF354CD}"/>
              </a:ext>
            </a:extLst>
          </p:cNvPr>
          <p:cNvSpPr>
            <a:spLocks noGrp="1"/>
          </p:cNvSpPr>
          <p:nvPr>
            <p:ph type="dt" sz="half" idx="10"/>
          </p:nvPr>
        </p:nvSpPr>
        <p:spPr/>
        <p:txBody>
          <a:bodyPr/>
          <a:lstStyle/>
          <a:p>
            <a:fld id="{3591DB0B-417E-435D-AD03-BCA86E5B9E24}" type="datetimeFigureOut">
              <a:rPr lang="en-IN" smtClean="0"/>
              <a:t>04-11-2025</a:t>
            </a:fld>
            <a:endParaRPr lang="en-IN"/>
          </a:p>
        </p:txBody>
      </p:sp>
      <p:sp>
        <p:nvSpPr>
          <p:cNvPr id="5" name="Footer Placeholder 4">
            <a:extLst>
              <a:ext uri="{FF2B5EF4-FFF2-40B4-BE49-F238E27FC236}">
                <a16:creationId xmlns:a16="http://schemas.microsoft.com/office/drawing/2014/main" id="{7215B6F6-284A-CCDA-3AD7-51E96656DA0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54F9E14-A3F5-D617-DC13-B5E001F7CE0D}"/>
              </a:ext>
            </a:extLst>
          </p:cNvPr>
          <p:cNvSpPr>
            <a:spLocks noGrp="1"/>
          </p:cNvSpPr>
          <p:nvPr>
            <p:ph type="sldNum" sz="quarter" idx="12"/>
          </p:nvPr>
        </p:nvSpPr>
        <p:spPr/>
        <p:txBody>
          <a:bodyPr/>
          <a:lstStyle/>
          <a:p>
            <a:fld id="{8FAA6FE6-7199-4B97-BA09-93E6B30E1D20}" type="slidenum">
              <a:rPr lang="en-IN" smtClean="0"/>
              <a:t>‹#›</a:t>
            </a:fld>
            <a:endParaRPr lang="en-IN"/>
          </a:p>
        </p:txBody>
      </p:sp>
    </p:spTree>
    <p:extLst>
      <p:ext uri="{BB962C8B-B14F-4D97-AF65-F5344CB8AC3E}">
        <p14:creationId xmlns:p14="http://schemas.microsoft.com/office/powerpoint/2010/main" val="36215700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E5E145-F1BF-C989-6C29-D6C2DCB2B23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4155451-3841-6F29-356E-70643B68378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3160435-FFDE-F678-EB1A-CE7215B2E713}"/>
              </a:ext>
            </a:extLst>
          </p:cNvPr>
          <p:cNvSpPr>
            <a:spLocks noGrp="1"/>
          </p:cNvSpPr>
          <p:nvPr>
            <p:ph type="dt" sz="half" idx="10"/>
          </p:nvPr>
        </p:nvSpPr>
        <p:spPr/>
        <p:txBody>
          <a:bodyPr/>
          <a:lstStyle/>
          <a:p>
            <a:fld id="{3591DB0B-417E-435D-AD03-BCA86E5B9E24}" type="datetimeFigureOut">
              <a:rPr lang="en-IN" smtClean="0"/>
              <a:t>04-11-2025</a:t>
            </a:fld>
            <a:endParaRPr lang="en-IN"/>
          </a:p>
        </p:txBody>
      </p:sp>
      <p:sp>
        <p:nvSpPr>
          <p:cNvPr id="5" name="Footer Placeholder 4">
            <a:extLst>
              <a:ext uri="{FF2B5EF4-FFF2-40B4-BE49-F238E27FC236}">
                <a16:creationId xmlns:a16="http://schemas.microsoft.com/office/drawing/2014/main" id="{036FC303-CE6F-A18D-5840-546B1F7B862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EF5F483-34EF-FC8B-D61F-501FFB8A6EFE}"/>
              </a:ext>
            </a:extLst>
          </p:cNvPr>
          <p:cNvSpPr>
            <a:spLocks noGrp="1"/>
          </p:cNvSpPr>
          <p:nvPr>
            <p:ph type="sldNum" sz="quarter" idx="12"/>
          </p:nvPr>
        </p:nvSpPr>
        <p:spPr/>
        <p:txBody>
          <a:bodyPr/>
          <a:lstStyle/>
          <a:p>
            <a:fld id="{8FAA6FE6-7199-4B97-BA09-93E6B30E1D20}" type="slidenum">
              <a:rPr lang="en-IN" smtClean="0"/>
              <a:t>‹#›</a:t>
            </a:fld>
            <a:endParaRPr lang="en-IN"/>
          </a:p>
        </p:txBody>
      </p:sp>
    </p:spTree>
    <p:extLst>
      <p:ext uri="{BB962C8B-B14F-4D97-AF65-F5344CB8AC3E}">
        <p14:creationId xmlns:p14="http://schemas.microsoft.com/office/powerpoint/2010/main" val="39419569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1890B61-6B9B-D647-E18C-78A1A96DCC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D001D74-F181-865F-B852-B333E2C8D0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DC5D14D-B62C-CA0F-DDB1-392B134ADA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591DB0B-417E-435D-AD03-BCA86E5B9E24}" type="datetimeFigureOut">
              <a:rPr lang="en-IN" smtClean="0"/>
              <a:t>04-11-2025</a:t>
            </a:fld>
            <a:endParaRPr lang="en-IN"/>
          </a:p>
        </p:txBody>
      </p:sp>
      <p:sp>
        <p:nvSpPr>
          <p:cNvPr id="5" name="Footer Placeholder 4">
            <a:extLst>
              <a:ext uri="{FF2B5EF4-FFF2-40B4-BE49-F238E27FC236}">
                <a16:creationId xmlns:a16="http://schemas.microsoft.com/office/drawing/2014/main" id="{AEA67E54-1B79-644D-4D00-970D3041010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6D2C517-F433-0BF8-796C-CACEAA0488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FAA6FE6-7199-4B97-BA09-93E6B30E1D20}" type="slidenum">
              <a:rPr lang="en-IN" smtClean="0"/>
              <a:t>‹#›</a:t>
            </a:fld>
            <a:endParaRPr lang="en-IN"/>
          </a:p>
        </p:txBody>
      </p:sp>
    </p:spTree>
    <p:extLst>
      <p:ext uri="{BB962C8B-B14F-4D97-AF65-F5344CB8AC3E}">
        <p14:creationId xmlns:p14="http://schemas.microsoft.com/office/powerpoint/2010/main" val="31066713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hyperlink" Target="https://www.britannica.com/science/soil" TargetMode="External"/><Relationship Id="rId13" Type="http://schemas.openxmlformats.org/officeDocument/2006/relationships/hyperlink" Target="https://www.britannica.com/science/geothermal-energy" TargetMode="External"/><Relationship Id="rId3" Type="http://schemas.openxmlformats.org/officeDocument/2006/relationships/hyperlink" Target="https://www.merriam-webster.com/dictionary/aesthetic" TargetMode="External"/><Relationship Id="rId7" Type="http://schemas.openxmlformats.org/officeDocument/2006/relationships/hyperlink" Target="https://www.britannica.com/science/groundwater" TargetMode="External"/><Relationship Id="rId12" Type="http://schemas.openxmlformats.org/officeDocument/2006/relationships/hyperlink" Target="https://www.britannica.com/science/natural-gas" TargetMode="External"/><Relationship Id="rId2" Type="http://schemas.openxmlformats.org/officeDocument/2006/relationships/hyperlink" Target="https://www.britannica.com/science/mineral-chemical-compound" TargetMode="External"/><Relationship Id="rId1" Type="http://schemas.openxmlformats.org/officeDocument/2006/relationships/slideLayout" Target="../slideLayouts/slideLayout2.xml"/><Relationship Id="rId6" Type="http://schemas.openxmlformats.org/officeDocument/2006/relationships/hyperlink" Target="https://www.britannica.com/science/water" TargetMode="External"/><Relationship Id="rId11" Type="http://schemas.openxmlformats.org/officeDocument/2006/relationships/hyperlink" Target="https://www.britannica.com/science/petroleum" TargetMode="External"/><Relationship Id="rId5" Type="http://schemas.openxmlformats.org/officeDocument/2006/relationships/hyperlink" Target="https://www.britannica.com/science/forest" TargetMode="External"/><Relationship Id="rId10" Type="http://schemas.openxmlformats.org/officeDocument/2006/relationships/hyperlink" Target="https://www.britannica.com/science/energy" TargetMode="External"/><Relationship Id="rId4" Type="http://schemas.openxmlformats.org/officeDocument/2006/relationships/hyperlink" Target="https://www.britannica.com/topic/human-being" TargetMode="External"/><Relationship Id="rId9" Type="http://schemas.openxmlformats.org/officeDocument/2006/relationships/hyperlink" Target="https://www.britannica.com/topic/crop-agriculture" TargetMode="External"/><Relationship Id="rId14" Type="http://schemas.openxmlformats.org/officeDocument/2006/relationships/hyperlink" Target="https://www.britannica.com/science/rock-geology"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www.merriam-webster.com/dictionary/auspices" TargetMode="External"/><Relationship Id="rId2" Type="http://schemas.openxmlformats.org/officeDocument/2006/relationships/hyperlink" Target="https://www.britannica.com/money/natural-resource-management" TargetMode="External"/><Relationship Id="rId1" Type="http://schemas.openxmlformats.org/officeDocument/2006/relationships/slideLayout" Target="../slideLayouts/slideLayout2.xml"/><Relationship Id="rId4" Type="http://schemas.openxmlformats.org/officeDocument/2006/relationships/hyperlink" Target="https://www.britannica.com/topic/natural-resources-law"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79CB9-54B3-0452-22D1-CE625C067A80}"/>
              </a:ext>
            </a:extLst>
          </p:cNvPr>
          <p:cNvSpPr>
            <a:spLocks noGrp="1"/>
          </p:cNvSpPr>
          <p:nvPr>
            <p:ph type="ctrTitle"/>
          </p:nvPr>
        </p:nvSpPr>
        <p:spPr/>
        <p:txBody>
          <a:bodyPr>
            <a:normAutofit fontScale="90000"/>
          </a:bodyPr>
          <a:lstStyle/>
          <a:p>
            <a:r>
              <a:rPr lang="en-IN" b="1" dirty="0"/>
              <a:t>natural resource</a:t>
            </a:r>
            <a:br>
              <a:rPr lang="en-IN" b="1" dirty="0"/>
            </a:br>
            <a:br>
              <a:rPr lang="en-IN" dirty="0"/>
            </a:br>
            <a:endParaRPr lang="en-IN" dirty="0"/>
          </a:p>
        </p:txBody>
      </p:sp>
      <p:sp>
        <p:nvSpPr>
          <p:cNvPr id="3" name="Subtitle 2">
            <a:extLst>
              <a:ext uri="{FF2B5EF4-FFF2-40B4-BE49-F238E27FC236}">
                <a16:creationId xmlns:a16="http://schemas.microsoft.com/office/drawing/2014/main" id="{9ABB2289-3B34-92F3-53F6-F5D973877F5D}"/>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6118036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F3BB0-0D9C-9BEE-8221-ED6223CEDFDD}"/>
              </a:ext>
            </a:extLst>
          </p:cNvPr>
          <p:cNvSpPr>
            <a:spLocks noGrp="1"/>
          </p:cNvSpPr>
          <p:nvPr>
            <p:ph type="title"/>
          </p:nvPr>
        </p:nvSpPr>
        <p:spPr>
          <a:xfrm>
            <a:off x="838200" y="365125"/>
            <a:ext cx="10515600" cy="3784462"/>
          </a:xfrm>
        </p:spPr>
        <p:txBody>
          <a:bodyPr>
            <a:normAutofit/>
          </a:bodyPr>
          <a:lstStyle/>
          <a:p>
            <a:r>
              <a:rPr lang="en-US" sz="2000" b="1" dirty="0"/>
              <a:t>natural resource</a:t>
            </a:r>
            <a:r>
              <a:rPr lang="en-US" sz="2000" dirty="0"/>
              <a:t>, any biological, </a:t>
            </a:r>
            <a:r>
              <a:rPr lang="en-US" sz="2000" u="sng" dirty="0">
                <a:hlinkClick r:id="rId2"/>
              </a:rPr>
              <a:t>mineral</a:t>
            </a:r>
            <a:r>
              <a:rPr lang="en-US" sz="2000" dirty="0"/>
              <a:t>, or </a:t>
            </a:r>
            <a:r>
              <a:rPr lang="en-US" sz="2000" u="sng" dirty="0">
                <a:hlinkClick r:id="rId3"/>
              </a:rPr>
              <a:t>aesthetic</a:t>
            </a:r>
            <a:r>
              <a:rPr lang="en-US" sz="2000" dirty="0"/>
              <a:t> asset afforded by nature without </a:t>
            </a:r>
            <a:r>
              <a:rPr lang="en-US" sz="2000" u="sng" dirty="0">
                <a:hlinkClick r:id="rId4"/>
              </a:rPr>
              <a:t>human</a:t>
            </a:r>
            <a:r>
              <a:rPr lang="en-US" sz="2000" dirty="0"/>
              <a:t> intervention that can be used for some form of benefit, whether material (economic) or immaterial. What is considered a “resource” (or, for that matter, “natural”) has varied over time and from one society to another. Examples of assets that can be considered natural resources include </a:t>
            </a:r>
            <a:r>
              <a:rPr lang="en-US" sz="2000" u="sng" dirty="0">
                <a:hlinkClick r:id="rId5"/>
              </a:rPr>
              <a:t>forests</a:t>
            </a:r>
            <a:r>
              <a:rPr lang="en-US" sz="2000" dirty="0"/>
              <a:t>, surface </a:t>
            </a:r>
            <a:r>
              <a:rPr lang="en-US" sz="2000" u="sng" dirty="0">
                <a:hlinkClick r:id="rId6"/>
              </a:rPr>
              <a:t>water</a:t>
            </a:r>
            <a:r>
              <a:rPr lang="en-US" sz="2000" dirty="0"/>
              <a:t> and </a:t>
            </a:r>
            <a:r>
              <a:rPr lang="en-US" sz="2000" u="sng" dirty="0">
                <a:hlinkClick r:id="rId7"/>
              </a:rPr>
              <a:t>groundwater</a:t>
            </a:r>
            <a:r>
              <a:rPr lang="en-US" sz="2000" dirty="0"/>
              <a:t>, and the fertile lands or the </a:t>
            </a:r>
            <a:r>
              <a:rPr lang="en-US" sz="2000" u="sng" dirty="0">
                <a:hlinkClick r:id="rId8"/>
              </a:rPr>
              <a:t>soil</a:t>
            </a:r>
            <a:r>
              <a:rPr lang="en-US" sz="2000" dirty="0"/>
              <a:t> and </a:t>
            </a:r>
            <a:r>
              <a:rPr lang="en-US" sz="2000" u="sng" dirty="0">
                <a:hlinkClick r:id="rId2"/>
              </a:rPr>
              <a:t>minerals</a:t>
            </a:r>
            <a:r>
              <a:rPr lang="en-US" sz="2000" dirty="0"/>
              <a:t> within them (rather than the </a:t>
            </a:r>
            <a:r>
              <a:rPr lang="en-US" sz="2000" u="sng" dirty="0">
                <a:hlinkClick r:id="rId9"/>
              </a:rPr>
              <a:t>crops</a:t>
            </a:r>
            <a:r>
              <a:rPr lang="en-US" sz="2000" dirty="0"/>
              <a:t> that grow on them), as well as </a:t>
            </a:r>
            <a:r>
              <a:rPr lang="en-US" sz="2000" u="sng" dirty="0">
                <a:hlinkClick r:id="rId10"/>
              </a:rPr>
              <a:t>energy</a:t>
            </a:r>
            <a:r>
              <a:rPr lang="en-US" sz="2000" dirty="0"/>
              <a:t> resources (such as </a:t>
            </a:r>
            <a:r>
              <a:rPr lang="en-US" sz="2000" u="sng" dirty="0">
                <a:hlinkClick r:id="rId11"/>
              </a:rPr>
              <a:t>petroleum</a:t>
            </a:r>
            <a:r>
              <a:rPr lang="en-US" sz="2000" dirty="0"/>
              <a:t>, </a:t>
            </a:r>
            <a:r>
              <a:rPr lang="en-US" sz="2000" u="sng" dirty="0">
                <a:hlinkClick r:id="rId12"/>
              </a:rPr>
              <a:t>natural gas</a:t>
            </a:r>
            <a:r>
              <a:rPr lang="en-US" sz="2000" dirty="0"/>
              <a:t>, and heated water [that is, </a:t>
            </a:r>
            <a:r>
              <a:rPr lang="en-US" sz="2000" u="sng" dirty="0">
                <a:hlinkClick r:id="rId13"/>
              </a:rPr>
              <a:t>geothermal energy</a:t>
            </a:r>
            <a:r>
              <a:rPr lang="en-US" sz="2000" dirty="0"/>
              <a:t>]) contained within layers of </a:t>
            </a:r>
            <a:r>
              <a:rPr lang="en-US" sz="2000" u="sng" dirty="0">
                <a:hlinkClick r:id="rId14"/>
              </a:rPr>
              <a:t>rock</a:t>
            </a:r>
            <a:r>
              <a:rPr lang="en-US" sz="2000" dirty="0"/>
              <a:t>.</a:t>
            </a:r>
            <a:endParaRPr lang="en-IN" sz="2000" dirty="0"/>
          </a:p>
        </p:txBody>
      </p:sp>
    </p:spTree>
    <p:extLst>
      <p:ext uri="{BB962C8B-B14F-4D97-AF65-F5344CB8AC3E}">
        <p14:creationId xmlns:p14="http://schemas.microsoft.com/office/powerpoint/2010/main" val="32561920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2B0C06-B15F-B4D0-165D-B35D6D4CAE56}"/>
              </a:ext>
            </a:extLst>
          </p:cNvPr>
          <p:cNvSpPr>
            <a:spLocks noGrp="1"/>
          </p:cNvSpPr>
          <p:nvPr>
            <p:ph idx="1"/>
          </p:nvPr>
        </p:nvSpPr>
        <p:spPr>
          <a:xfrm>
            <a:off x="288235" y="318052"/>
            <a:ext cx="11065565" cy="5858911"/>
          </a:xfrm>
        </p:spPr>
        <p:txBody>
          <a:bodyPr/>
          <a:lstStyle/>
          <a:p>
            <a:r>
              <a:rPr lang="en-US" dirty="0"/>
              <a:t>The practice of </a:t>
            </a:r>
            <a:r>
              <a:rPr lang="en-US" u="sng" dirty="0">
                <a:hlinkClick r:id="rId2"/>
              </a:rPr>
              <a:t>natural resource management</a:t>
            </a:r>
            <a:r>
              <a:rPr lang="en-US" dirty="0"/>
              <a:t> considers the ways in which societies manage the supply of or access to the natural resources upon which they rely for their survival and development. Under some definitions, only those natural resources that can renew themselves and whose exploitation relies on their regenerative capacities properly necessitate management. For example, petroleum (oil) is not usually considered a subject of natural resource management, whereas forests are. The management of renewable natural resources seeks to balance the demands of exploitation with a respect for regenerative capacities. In contrast, the use, regulation, and protection of nonrenewable resources tend to fall under the </a:t>
            </a:r>
            <a:r>
              <a:rPr lang="en-US" u="sng" dirty="0">
                <a:hlinkClick r:id="rId3"/>
              </a:rPr>
              <a:t>auspices</a:t>
            </a:r>
            <a:r>
              <a:rPr lang="en-US" dirty="0"/>
              <a:t> of </a:t>
            </a:r>
            <a:r>
              <a:rPr lang="en-US" u="sng" dirty="0">
                <a:hlinkClick r:id="rId4"/>
              </a:rPr>
              <a:t>natural resources law</a:t>
            </a:r>
            <a:r>
              <a:rPr lang="en-US" dirty="0"/>
              <a:t>, which is made up of a complex body of national and local laws that have both statutory and common-law components.</a:t>
            </a:r>
            <a:endParaRPr lang="en-IN" dirty="0"/>
          </a:p>
        </p:txBody>
      </p:sp>
    </p:spTree>
    <p:extLst>
      <p:ext uri="{BB962C8B-B14F-4D97-AF65-F5344CB8AC3E}">
        <p14:creationId xmlns:p14="http://schemas.microsoft.com/office/powerpoint/2010/main" val="9968694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277</Words>
  <Application>Microsoft Office PowerPoint</Application>
  <PresentationFormat>Widescreen</PresentationFormat>
  <Paragraphs>3</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Calibri Light</vt:lpstr>
      <vt:lpstr>Office Theme</vt:lpstr>
      <vt:lpstr>natural resource  </vt:lpstr>
      <vt:lpstr>natural resource, any biological, mineral, or aesthetic asset afforded by nature without human intervention that can be used for some form of benefit, whether material (economic) or immaterial. What is considered a “resource” (or, for that matter, “natural”) has varied over time and from one society to another. Examples of assets that can be considered natural resources include forests, surface water and groundwater, and the fertile lands or the soil and minerals within them (rather than the crops that grow on them), as well as energy resources (such as petroleum, natural gas, and heated water [that is, geothermal energy]) contained within layers of rock.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Saideekshith Vaddineni</dc:creator>
  <cp:lastModifiedBy>Saideekshith Vaddineni</cp:lastModifiedBy>
  <cp:revision>1</cp:revision>
  <dcterms:created xsi:type="dcterms:W3CDTF">2025-11-04T12:11:01Z</dcterms:created>
  <dcterms:modified xsi:type="dcterms:W3CDTF">2025-11-04T12:12:17Z</dcterms:modified>
</cp:coreProperties>
</file>